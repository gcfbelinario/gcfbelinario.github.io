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621588" cy="5727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EAA"/>
    <a:srgbClr val="941651"/>
    <a:srgbClr val="005493"/>
    <a:srgbClr val="1AA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5"/>
    <p:restoredTop sz="94682"/>
  </p:normalViewPr>
  <p:slideViewPr>
    <p:cSldViewPr snapToGrid="0">
      <p:cViewPr varScale="1">
        <p:scale>
          <a:sx n="143" d="100"/>
          <a:sy n="143" d="100"/>
        </p:scale>
        <p:origin x="1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619" y="937381"/>
            <a:ext cx="6478350" cy="1994088"/>
          </a:xfrm>
        </p:spPr>
        <p:txBody>
          <a:bodyPr anchor="b"/>
          <a:lstStyle>
            <a:lvl1pPr algn="ctr">
              <a:defRPr sz="5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699" y="3008369"/>
            <a:ext cx="5716191" cy="1382868"/>
          </a:xfrm>
        </p:spPr>
        <p:txBody>
          <a:bodyPr/>
          <a:lstStyle>
            <a:lvl1pPr marL="0" indent="0" algn="ctr">
              <a:buNone/>
              <a:defRPr sz="2000"/>
            </a:lvl1pPr>
            <a:lvl2pPr marL="381076" indent="0" algn="ctr">
              <a:buNone/>
              <a:defRPr sz="1667"/>
            </a:lvl2pPr>
            <a:lvl3pPr marL="762152" indent="0" algn="ctr">
              <a:buNone/>
              <a:defRPr sz="1500"/>
            </a:lvl3pPr>
            <a:lvl4pPr marL="1143229" indent="0" algn="ctr">
              <a:buNone/>
              <a:defRPr sz="1334"/>
            </a:lvl4pPr>
            <a:lvl5pPr marL="1524305" indent="0" algn="ctr">
              <a:buNone/>
              <a:defRPr sz="1334"/>
            </a:lvl5pPr>
            <a:lvl6pPr marL="1905381" indent="0" algn="ctr">
              <a:buNone/>
              <a:defRPr sz="1334"/>
            </a:lvl6pPr>
            <a:lvl7pPr marL="2286457" indent="0" algn="ctr">
              <a:buNone/>
              <a:defRPr sz="1334"/>
            </a:lvl7pPr>
            <a:lvl8pPr marL="2667533" indent="0" algn="ctr">
              <a:buNone/>
              <a:defRPr sz="1334"/>
            </a:lvl8pPr>
            <a:lvl9pPr marL="3048610" indent="0" algn="ctr">
              <a:buNone/>
              <a:defRPr sz="13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2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015" y="1427949"/>
            <a:ext cx="6573620" cy="2382564"/>
          </a:xfrm>
        </p:spPr>
        <p:txBody>
          <a:bodyPr anchor="b"/>
          <a:lstStyle>
            <a:lvl1pPr>
              <a:defRPr sz="5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015" y="3833053"/>
            <a:ext cx="6573620" cy="1252934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1pPr>
            <a:lvl2pPr marL="381076" indent="0">
              <a:buNone/>
              <a:defRPr sz="1667">
                <a:solidFill>
                  <a:schemeClr val="tx1">
                    <a:tint val="82000"/>
                  </a:schemeClr>
                </a:solidFill>
              </a:defRPr>
            </a:lvl2pPr>
            <a:lvl3pPr marL="76215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3pPr>
            <a:lvl4pPr marL="1143229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4pPr>
            <a:lvl5pPr marL="1524305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5pPr>
            <a:lvl6pPr marL="1905381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6pPr>
            <a:lvl7pPr marL="2286457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7pPr>
            <a:lvl8pPr marL="2667533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8pPr>
            <a:lvl9pPr marL="3048610" indent="0">
              <a:buNone/>
              <a:defRPr sz="13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45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3984" y="1524735"/>
            <a:ext cx="3239175" cy="3634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58429" y="1524735"/>
            <a:ext cx="3239175" cy="3634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1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977" y="304948"/>
            <a:ext cx="6573620" cy="11070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978" y="1404082"/>
            <a:ext cx="3224288" cy="688119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76" indent="0">
              <a:buNone/>
              <a:defRPr sz="1667" b="1"/>
            </a:lvl2pPr>
            <a:lvl3pPr marL="762152" indent="0">
              <a:buNone/>
              <a:defRPr sz="1500" b="1"/>
            </a:lvl3pPr>
            <a:lvl4pPr marL="1143229" indent="0">
              <a:buNone/>
              <a:defRPr sz="1334" b="1"/>
            </a:lvl4pPr>
            <a:lvl5pPr marL="1524305" indent="0">
              <a:buNone/>
              <a:defRPr sz="1334" b="1"/>
            </a:lvl5pPr>
            <a:lvl6pPr marL="1905381" indent="0">
              <a:buNone/>
              <a:defRPr sz="1334" b="1"/>
            </a:lvl6pPr>
            <a:lvl7pPr marL="2286457" indent="0">
              <a:buNone/>
              <a:defRPr sz="1334" b="1"/>
            </a:lvl7pPr>
            <a:lvl8pPr marL="2667533" indent="0">
              <a:buNone/>
              <a:defRPr sz="1334" b="1"/>
            </a:lvl8pPr>
            <a:lvl9pPr marL="3048610" indent="0">
              <a:buNone/>
              <a:defRPr sz="13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978" y="2092202"/>
            <a:ext cx="3224288" cy="3077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58429" y="1404082"/>
            <a:ext cx="3240168" cy="688119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1076" indent="0">
              <a:buNone/>
              <a:defRPr sz="1667" b="1"/>
            </a:lvl2pPr>
            <a:lvl3pPr marL="762152" indent="0">
              <a:buNone/>
              <a:defRPr sz="1500" b="1"/>
            </a:lvl3pPr>
            <a:lvl4pPr marL="1143229" indent="0">
              <a:buNone/>
              <a:defRPr sz="1334" b="1"/>
            </a:lvl4pPr>
            <a:lvl5pPr marL="1524305" indent="0">
              <a:buNone/>
              <a:defRPr sz="1334" b="1"/>
            </a:lvl5pPr>
            <a:lvl6pPr marL="1905381" indent="0">
              <a:buNone/>
              <a:defRPr sz="1334" b="1"/>
            </a:lvl6pPr>
            <a:lvl7pPr marL="2286457" indent="0">
              <a:buNone/>
              <a:defRPr sz="1334" b="1"/>
            </a:lvl7pPr>
            <a:lvl8pPr marL="2667533" indent="0">
              <a:buNone/>
              <a:defRPr sz="1334" b="1"/>
            </a:lvl8pPr>
            <a:lvl9pPr marL="3048610" indent="0">
              <a:buNone/>
              <a:defRPr sz="13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58429" y="2092202"/>
            <a:ext cx="3240168" cy="3077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8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5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977" y="381847"/>
            <a:ext cx="2458161" cy="1336463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0168" y="824684"/>
            <a:ext cx="3858429" cy="4070379"/>
          </a:xfrm>
        </p:spPr>
        <p:txBody>
          <a:bodyPr/>
          <a:lstStyle>
            <a:lvl1pPr>
              <a:defRPr sz="2667"/>
            </a:lvl1pPr>
            <a:lvl2pPr>
              <a:defRPr sz="2334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977" y="1718310"/>
            <a:ext cx="2458161" cy="3183382"/>
          </a:xfrm>
        </p:spPr>
        <p:txBody>
          <a:bodyPr/>
          <a:lstStyle>
            <a:lvl1pPr marL="0" indent="0">
              <a:buNone/>
              <a:defRPr sz="1334"/>
            </a:lvl1pPr>
            <a:lvl2pPr marL="381076" indent="0">
              <a:buNone/>
              <a:defRPr sz="1167"/>
            </a:lvl2pPr>
            <a:lvl3pPr marL="762152" indent="0">
              <a:buNone/>
              <a:defRPr sz="1000"/>
            </a:lvl3pPr>
            <a:lvl4pPr marL="1143229" indent="0">
              <a:buNone/>
              <a:defRPr sz="834"/>
            </a:lvl4pPr>
            <a:lvl5pPr marL="1524305" indent="0">
              <a:buNone/>
              <a:defRPr sz="834"/>
            </a:lvl5pPr>
            <a:lvl6pPr marL="1905381" indent="0">
              <a:buNone/>
              <a:defRPr sz="834"/>
            </a:lvl6pPr>
            <a:lvl7pPr marL="2286457" indent="0">
              <a:buNone/>
              <a:defRPr sz="834"/>
            </a:lvl7pPr>
            <a:lvl8pPr marL="2667533" indent="0">
              <a:buNone/>
              <a:defRPr sz="834"/>
            </a:lvl8pPr>
            <a:lvl9pPr marL="3048610" indent="0">
              <a:buNone/>
              <a:defRPr sz="8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3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977" y="381847"/>
            <a:ext cx="2458161" cy="1336463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40168" y="824684"/>
            <a:ext cx="3858429" cy="4070379"/>
          </a:xfrm>
        </p:spPr>
        <p:txBody>
          <a:bodyPr anchor="t"/>
          <a:lstStyle>
            <a:lvl1pPr marL="0" indent="0">
              <a:buNone/>
              <a:defRPr sz="2667"/>
            </a:lvl1pPr>
            <a:lvl2pPr marL="381076" indent="0">
              <a:buNone/>
              <a:defRPr sz="2334"/>
            </a:lvl2pPr>
            <a:lvl3pPr marL="762152" indent="0">
              <a:buNone/>
              <a:defRPr sz="2000"/>
            </a:lvl3pPr>
            <a:lvl4pPr marL="1143229" indent="0">
              <a:buNone/>
              <a:defRPr sz="1667"/>
            </a:lvl4pPr>
            <a:lvl5pPr marL="1524305" indent="0">
              <a:buNone/>
              <a:defRPr sz="1667"/>
            </a:lvl5pPr>
            <a:lvl6pPr marL="1905381" indent="0">
              <a:buNone/>
              <a:defRPr sz="1667"/>
            </a:lvl6pPr>
            <a:lvl7pPr marL="2286457" indent="0">
              <a:buNone/>
              <a:defRPr sz="1667"/>
            </a:lvl7pPr>
            <a:lvl8pPr marL="2667533" indent="0">
              <a:buNone/>
              <a:defRPr sz="1667"/>
            </a:lvl8pPr>
            <a:lvl9pPr marL="3048610" indent="0">
              <a:buNone/>
              <a:defRPr sz="1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4977" y="1718310"/>
            <a:ext cx="2458161" cy="3183382"/>
          </a:xfrm>
        </p:spPr>
        <p:txBody>
          <a:bodyPr/>
          <a:lstStyle>
            <a:lvl1pPr marL="0" indent="0">
              <a:buNone/>
              <a:defRPr sz="1334"/>
            </a:lvl1pPr>
            <a:lvl2pPr marL="381076" indent="0">
              <a:buNone/>
              <a:defRPr sz="1167"/>
            </a:lvl2pPr>
            <a:lvl3pPr marL="762152" indent="0">
              <a:buNone/>
              <a:defRPr sz="1000"/>
            </a:lvl3pPr>
            <a:lvl4pPr marL="1143229" indent="0">
              <a:buNone/>
              <a:defRPr sz="834"/>
            </a:lvl4pPr>
            <a:lvl5pPr marL="1524305" indent="0">
              <a:buNone/>
              <a:defRPr sz="834"/>
            </a:lvl5pPr>
            <a:lvl6pPr marL="1905381" indent="0">
              <a:buNone/>
              <a:defRPr sz="834"/>
            </a:lvl6pPr>
            <a:lvl7pPr marL="2286457" indent="0">
              <a:buNone/>
              <a:defRPr sz="834"/>
            </a:lvl7pPr>
            <a:lvl8pPr marL="2667533" indent="0">
              <a:buNone/>
              <a:defRPr sz="834"/>
            </a:lvl8pPr>
            <a:lvl9pPr marL="3048610" indent="0">
              <a:buNone/>
              <a:defRPr sz="83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4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54199" y="304947"/>
            <a:ext cx="1643405" cy="48539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985" y="304947"/>
            <a:ext cx="4834945" cy="48539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4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3984" y="304948"/>
            <a:ext cx="6573620" cy="11070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984" y="1524735"/>
            <a:ext cx="6573620" cy="3634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3984" y="5308731"/>
            <a:ext cx="1714857" cy="30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D59EC-4AAB-2247-943A-077DAE22A7BD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4651" y="5308731"/>
            <a:ext cx="2572286" cy="30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82747" y="5308731"/>
            <a:ext cx="1714857" cy="304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E3B29-7599-9149-A168-312619C96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2152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538" indent="-190538" algn="l" defTabSz="762152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2334" kern="1200">
          <a:solidFill>
            <a:schemeClr val="tx1"/>
          </a:solidFill>
          <a:latin typeface="+mn-lt"/>
          <a:ea typeface="+mn-ea"/>
          <a:cs typeface="+mn-cs"/>
        </a:defRPr>
      </a:lvl1pPr>
      <a:lvl2pPr marL="571614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691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767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843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919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995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8072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9148" indent="-190538" algn="l" defTabSz="762152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76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152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229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4305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5381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457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7533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8610" algn="l" defTabSz="7621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E7E0B41-B56A-0396-6F5B-FE5F6C46B421}"/>
              </a:ext>
            </a:extLst>
          </p:cNvPr>
          <p:cNvGrpSpPr/>
          <p:nvPr/>
        </p:nvGrpSpPr>
        <p:grpSpPr>
          <a:xfrm>
            <a:off x="1025352" y="767117"/>
            <a:ext cx="5570884" cy="4193466"/>
            <a:chOff x="1025352" y="824478"/>
            <a:chExt cx="5570884" cy="41934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7FC8163-3A56-746E-4A67-615BDE679C40}"/>
                    </a:ext>
                  </a:extLst>
                </p:cNvPr>
                <p:cNvSpPr txBox="1"/>
                <p:nvPr/>
              </p:nvSpPr>
              <p:spPr>
                <a:xfrm>
                  <a:off x="2271366" y="824478"/>
                  <a:ext cx="3078856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4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4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7FC8163-3A56-746E-4A67-615BDE679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1366" y="824478"/>
                  <a:ext cx="3078856" cy="677108"/>
                </a:xfrm>
                <a:prstGeom prst="rect">
                  <a:avLst/>
                </a:prstGeom>
                <a:blipFill>
                  <a:blip r:embed="rId2"/>
                  <a:stretch>
                    <a:fillRect l="-4115" r="-823" b="-314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E6868B-202E-7BAD-EBCA-86249AD06968}"/>
                    </a:ext>
                  </a:extLst>
                </p:cNvPr>
                <p:cNvSpPr txBox="1"/>
                <p:nvPr/>
              </p:nvSpPr>
              <p:spPr>
                <a:xfrm>
                  <a:off x="2651823" y="1589648"/>
                  <a:ext cx="2317942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4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4400" b="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E6868B-202E-7BAD-EBCA-86249AD06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1823" y="1589648"/>
                  <a:ext cx="2317942" cy="677108"/>
                </a:xfrm>
                <a:prstGeom prst="rect">
                  <a:avLst/>
                </a:prstGeom>
                <a:blipFill>
                  <a:blip r:embed="rId3"/>
                  <a:stretch>
                    <a:fillRect l="-4891" r="-5435"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451463E-3811-6161-03E5-E4F3E82A4ED7}"/>
                    </a:ext>
                  </a:extLst>
                </p:cNvPr>
                <p:cNvSpPr txBox="1"/>
                <p:nvPr/>
              </p:nvSpPr>
              <p:spPr>
                <a:xfrm>
                  <a:off x="2086604" y="2354818"/>
                  <a:ext cx="3448380" cy="12875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𝑩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4400" b="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451463E-3811-6161-03E5-E4F3E82A4E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6604" y="2354818"/>
                  <a:ext cx="3448380" cy="1287532"/>
                </a:xfrm>
                <a:prstGeom prst="rect">
                  <a:avLst/>
                </a:prstGeom>
                <a:blipFill>
                  <a:blip r:embed="rId4"/>
                  <a:stretch>
                    <a:fillRect l="-3309" t="-971" r="-3309" b="-145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87B0BE7-639B-1946-0926-794F365809DA}"/>
                    </a:ext>
                  </a:extLst>
                </p:cNvPr>
                <p:cNvSpPr txBox="1"/>
                <p:nvPr/>
              </p:nvSpPr>
              <p:spPr>
                <a:xfrm>
                  <a:off x="1025352" y="3730412"/>
                  <a:ext cx="5570884" cy="12875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× </m:t>
                        </m:r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4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  <m:r>
                          <a:rPr lang="en-US" sz="4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4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4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44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ctrlPr>
                              <a:rPr lang="en-US" sz="4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𝑬</m:t>
                            </m:r>
                          </m:num>
                          <m:den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4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87B0BE7-639B-1946-0926-794F36580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352" y="3730412"/>
                  <a:ext cx="5570884" cy="1287532"/>
                </a:xfrm>
                <a:prstGeom prst="rect">
                  <a:avLst/>
                </a:prstGeom>
                <a:blipFill>
                  <a:blip r:embed="rId5"/>
                  <a:stretch>
                    <a:fillRect l="-1818" t="-1961" r="-1818" b="-1470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911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ECF4-A9AC-1489-2851-26996E0E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D1E8C-3657-F207-53BF-E34DE9DCAF9D}"/>
                  </a:ext>
                </a:extLst>
              </p:cNvPr>
              <p:cNvSpPr txBox="1"/>
              <p:nvPr/>
            </p:nvSpPr>
            <p:spPr>
              <a:xfrm>
                <a:off x="966073" y="1986013"/>
                <a:ext cx="5689442" cy="1755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begChr m:val="|"/>
                          <m:endChr m:val="⟩"/>
                          <m:ctrlP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60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D1E8C-3657-F207-53BF-E34DE9DCA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73" y="1986013"/>
                <a:ext cx="5689442" cy="1755673"/>
              </a:xfrm>
              <a:prstGeom prst="rect">
                <a:avLst/>
              </a:prstGeom>
              <a:blipFill>
                <a:blip r:embed="rId2"/>
                <a:stretch>
                  <a:fillRect l="-2889" t="-1439" b="-13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726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017D-5EB2-85DE-461B-DFDDF3A95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2EB6A6-5ED9-1469-871E-EEAE9B63B5E2}"/>
                  </a:ext>
                </a:extLst>
              </p:cNvPr>
              <p:cNvSpPr txBox="1"/>
              <p:nvPr/>
            </p:nvSpPr>
            <p:spPr>
              <a:xfrm>
                <a:off x="516238" y="2414913"/>
                <a:ext cx="6589111" cy="8978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𝜇𝜈</m:t>
                          </m:r>
                        </m:sub>
                      </m:sSub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2EB6A6-5ED9-1469-871E-EEAE9B63B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38" y="2414913"/>
                <a:ext cx="6589111" cy="897875"/>
              </a:xfrm>
              <a:prstGeom prst="rect">
                <a:avLst/>
              </a:prstGeom>
              <a:blipFill>
                <a:blip r:embed="rId2"/>
                <a:stretch>
                  <a:fillRect l="-1923" r="-577" b="-19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887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8A313-DCF4-D155-E6FE-9C1783EC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7B1DA-8262-9D7E-DBDA-528FA4CC80D2}"/>
                  </a:ext>
                </a:extLst>
              </p:cNvPr>
              <p:cNvSpPr txBox="1"/>
              <p:nvPr/>
            </p:nvSpPr>
            <p:spPr>
              <a:xfrm>
                <a:off x="953505" y="2003582"/>
                <a:ext cx="5714578" cy="1720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5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5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5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sz="5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den>
                          </m:f>
                        </m:e>
                      </m:d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lit/>
                            </m:r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5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7B1DA-8262-9D7E-DBDA-528FA4CC8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05" y="2003582"/>
                <a:ext cx="5714578" cy="1720536"/>
              </a:xfrm>
              <a:prstGeom prst="rect">
                <a:avLst/>
              </a:prstGeom>
              <a:blipFill>
                <a:blip r:embed="rId2"/>
                <a:stretch>
                  <a:fillRect l="-2434" t="-6569" r="-2212" b="-12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88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A62A-ABF4-8282-E83B-068A2B45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D0E99DB-85C3-7520-92B9-E13B34D78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" t="13373" r="1263" b="13373"/>
          <a:stretch>
            <a:fillRect/>
          </a:stretch>
        </p:blipFill>
        <p:spPr bwMode="auto">
          <a:xfrm>
            <a:off x="-1" y="1"/>
            <a:ext cx="7621589" cy="572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13E6AF-A7D2-F529-1940-611747B78535}"/>
              </a:ext>
            </a:extLst>
          </p:cNvPr>
          <p:cNvSpPr txBox="1"/>
          <p:nvPr/>
        </p:nvSpPr>
        <p:spPr>
          <a:xfrm>
            <a:off x="57873" y="5170609"/>
            <a:ext cx="7257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By ESO/NASA/ESA/W. M. Keck Observatory - https://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www.eso.org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/public/images/eso1426a/, CC BY 4.0, https://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commons.wikimedia.org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/w/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index.php?curid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=34962810</a:t>
            </a:r>
          </a:p>
        </p:txBody>
      </p:sp>
    </p:spTree>
    <p:extLst>
      <p:ext uri="{BB962C8B-B14F-4D97-AF65-F5344CB8AC3E}">
        <p14:creationId xmlns:p14="http://schemas.microsoft.com/office/powerpoint/2010/main" val="4198733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E8DA-6774-B4B5-07A6-33E25732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4C4223-03A0-DB05-7F46-A86D0C38F6F6}"/>
              </a:ext>
            </a:extLst>
          </p:cNvPr>
          <p:cNvGrpSpPr/>
          <p:nvPr/>
        </p:nvGrpSpPr>
        <p:grpSpPr>
          <a:xfrm>
            <a:off x="399829" y="972430"/>
            <a:ext cx="6821931" cy="3782840"/>
            <a:chOff x="-1734503" y="824478"/>
            <a:chExt cx="6821931" cy="3782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AC76CBF-6266-BD21-978E-56DDB81AC628}"/>
                    </a:ext>
                  </a:extLst>
                </p:cNvPr>
                <p:cNvSpPr txBox="1"/>
                <p:nvPr/>
              </p:nvSpPr>
              <p:spPr>
                <a:xfrm>
                  <a:off x="464881" y="824478"/>
                  <a:ext cx="2423163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𝑎𝑡</m:t>
                        </m:r>
                      </m:oMath>
                    </m:oMathPara>
                  </a14:m>
                  <a:endParaRPr lang="en-US" sz="3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AC76CBF-6266-BD21-978E-56DDB81AC6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881" y="824478"/>
                  <a:ext cx="2423163" cy="553998"/>
                </a:xfrm>
                <a:prstGeom prst="rect">
                  <a:avLst/>
                </a:prstGeom>
                <a:blipFill>
                  <a:blip r:embed="rId2"/>
                  <a:stretch>
                    <a:fillRect l="-2083" r="-260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74BD467-6F21-6A86-5BC6-7C048C4F2366}"/>
                    </a:ext>
                  </a:extLst>
                </p:cNvPr>
                <p:cNvSpPr txBox="1"/>
                <p:nvPr/>
              </p:nvSpPr>
              <p:spPr>
                <a:xfrm>
                  <a:off x="-1058549" y="1575029"/>
                  <a:ext cx="5470023" cy="10371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d>
                          <m:d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600" b="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74BD467-6F21-6A86-5BC6-7C048C4F2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058549" y="1575029"/>
                  <a:ext cx="5470023" cy="1037143"/>
                </a:xfrm>
                <a:prstGeom prst="rect">
                  <a:avLst/>
                </a:prstGeom>
                <a:blipFill>
                  <a:blip r:embed="rId3"/>
                  <a:stretch>
                    <a:fillRect l="-694" b="-132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D02C95-6AE5-1B9B-F7B9-3903865AB4BB}"/>
                    </a:ext>
                  </a:extLst>
                </p:cNvPr>
                <p:cNvSpPr txBox="1"/>
                <p:nvPr/>
              </p:nvSpPr>
              <p:spPr>
                <a:xfrm>
                  <a:off x="-1734503" y="2808725"/>
                  <a:ext cx="6821931" cy="10371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sz="3600" b="0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7D02C95-6AE5-1B9B-F7B9-3903865AB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34503" y="2808725"/>
                  <a:ext cx="6821931" cy="1037143"/>
                </a:xfrm>
                <a:prstGeom prst="rect">
                  <a:avLst/>
                </a:prstGeom>
                <a:blipFill>
                  <a:blip r:embed="rId4"/>
                  <a:stretch>
                    <a:fillRect l="-558" r="-186" b="-132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2A4CF49-CB53-5760-8E4B-25AC4F3DAF45}"/>
                    </a:ext>
                  </a:extLst>
                </p:cNvPr>
                <p:cNvSpPr txBox="1"/>
                <p:nvPr/>
              </p:nvSpPr>
              <p:spPr>
                <a:xfrm>
                  <a:off x="-524974" y="4042420"/>
                  <a:ext cx="4402872" cy="5648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3600" b="1" dirty="0">
                    <a:solidFill>
                      <a:schemeClr val="bg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2A4CF49-CB53-5760-8E4B-25AC4F3DA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24974" y="4042420"/>
                  <a:ext cx="4402872" cy="564898"/>
                </a:xfrm>
                <a:prstGeom prst="rect">
                  <a:avLst/>
                </a:prstGeom>
                <a:blipFill>
                  <a:blip r:embed="rId5"/>
                  <a:stretch>
                    <a:fillRect l="-862" t="-2174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16869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76C0-6662-FB5E-9ADE-14C6FF5BA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C7A5EF-DAE0-F471-4306-38393878B820}"/>
                  </a:ext>
                </a:extLst>
              </p:cNvPr>
              <p:cNvSpPr txBox="1"/>
              <p:nvPr/>
            </p:nvSpPr>
            <p:spPr>
              <a:xfrm>
                <a:off x="1884529" y="2402185"/>
                <a:ext cx="3852530" cy="923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6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func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C7A5EF-DAE0-F471-4306-38393878B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529" y="2402185"/>
                <a:ext cx="3852530" cy="923330"/>
              </a:xfrm>
              <a:prstGeom prst="rect">
                <a:avLst/>
              </a:prstGeom>
              <a:blipFill>
                <a:blip r:embed="rId2"/>
                <a:stretch>
                  <a:fillRect l="-4276" r="-4276" b="-12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93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2D81-0626-899F-ED9C-9316D397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DB52F1-91A2-3BB4-2648-47A543FBA974}"/>
                  </a:ext>
                </a:extLst>
              </p:cNvPr>
              <p:cNvSpPr txBox="1"/>
              <p:nvPr/>
            </p:nvSpPr>
            <p:spPr>
              <a:xfrm>
                <a:off x="596389" y="2434918"/>
                <a:ext cx="6428811" cy="8578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d>
                        <m:d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</m:d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𝐫</m:t>
                          </m:r>
                        </m:sup>
                      </m:sSup>
                      <m:sSub>
                        <m:sSub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DB52F1-91A2-3BB4-2648-47A543FBA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89" y="2434918"/>
                <a:ext cx="6428811" cy="857864"/>
              </a:xfrm>
              <a:prstGeom prst="rect">
                <a:avLst/>
              </a:prstGeom>
              <a:blipFill>
                <a:blip r:embed="rId2"/>
                <a:stretch>
                  <a:fillRect l="-2964" t="-2899" r="-3162" b="-3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805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8343-558B-A8E7-A465-ED9F466D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3E0FBF9-435B-B9E0-1650-EA363960CB6F}"/>
              </a:ext>
            </a:extLst>
          </p:cNvPr>
          <p:cNvGrpSpPr/>
          <p:nvPr/>
        </p:nvGrpSpPr>
        <p:grpSpPr>
          <a:xfrm>
            <a:off x="1426272" y="1468190"/>
            <a:ext cx="4769045" cy="2791320"/>
            <a:chOff x="1323885" y="1439119"/>
            <a:chExt cx="4769045" cy="2791320"/>
          </a:xfrm>
          <a:solidFill>
            <a:schemeClr val="bg1"/>
          </a:solidFill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D5BA94B-D6B8-4E80-C294-4B175A79AE3B}"/>
                </a:ext>
              </a:extLst>
            </p:cNvPr>
            <p:cNvGrpSpPr/>
            <p:nvPr/>
          </p:nvGrpSpPr>
          <p:grpSpPr>
            <a:xfrm>
              <a:off x="1323885" y="2105283"/>
              <a:ext cx="687102" cy="1677824"/>
              <a:chOff x="1323885" y="2105283"/>
              <a:chExt cx="687102" cy="1677824"/>
            </a:xfrm>
            <a:grpFill/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00E9D93-7BEC-80AB-C578-8681CC5D7B1C}"/>
                  </a:ext>
                </a:extLst>
              </p:cNvPr>
              <p:cNvSpPr/>
              <p:nvPr/>
            </p:nvSpPr>
            <p:spPr>
              <a:xfrm>
                <a:off x="1323885" y="2600644"/>
                <a:ext cx="687102" cy="687102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99F2F1E-4D1B-1AFE-E1C6-864813A74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7436" y="2105283"/>
                <a:ext cx="0" cy="1677824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4564127-4C62-7289-E964-DDAFAEB05E9A}"/>
                </a:ext>
              </a:extLst>
            </p:cNvPr>
            <p:cNvGrpSpPr/>
            <p:nvPr/>
          </p:nvGrpSpPr>
          <p:grpSpPr>
            <a:xfrm>
              <a:off x="2460966" y="1439119"/>
              <a:ext cx="422760" cy="1505076"/>
              <a:chOff x="2540785" y="1439119"/>
              <a:chExt cx="422760" cy="1505076"/>
            </a:xfrm>
            <a:grp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84C004A-9B06-C5DA-C63A-CB7F256D4447}"/>
                  </a:ext>
                </a:extLst>
              </p:cNvPr>
              <p:cNvSpPr/>
              <p:nvPr/>
            </p:nvSpPr>
            <p:spPr>
              <a:xfrm>
                <a:off x="2540785" y="1980277"/>
                <a:ext cx="422760" cy="42276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7680BA5-3506-9481-5237-511BBD77D4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165" y="1439119"/>
                <a:ext cx="0" cy="1505076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F3B712-10E8-478C-20C8-1887B388EE7D}"/>
                </a:ext>
              </a:extLst>
            </p:cNvPr>
            <p:cNvGrpSpPr/>
            <p:nvPr/>
          </p:nvGrpSpPr>
          <p:grpSpPr>
            <a:xfrm>
              <a:off x="3333705" y="2368489"/>
              <a:ext cx="990046" cy="1624941"/>
              <a:chOff x="3341873" y="2368489"/>
              <a:chExt cx="990046" cy="1624941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0C084EE-FB7A-14D0-C2E8-C41005154FF4}"/>
                  </a:ext>
                </a:extLst>
              </p:cNvPr>
              <p:cNvSpPr/>
              <p:nvPr/>
            </p:nvSpPr>
            <p:spPr>
              <a:xfrm>
                <a:off x="3341873" y="2685484"/>
                <a:ext cx="990046" cy="990046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3B33FEB-349D-3ECD-1322-0AFF37F7F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6895" y="2368489"/>
                <a:ext cx="0" cy="1624941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C940227-2640-632A-F2ED-DD02B6A68B97}"/>
                </a:ext>
              </a:extLst>
            </p:cNvPr>
            <p:cNvGrpSpPr/>
            <p:nvPr/>
          </p:nvGrpSpPr>
          <p:grpSpPr>
            <a:xfrm>
              <a:off x="4773730" y="3238021"/>
              <a:ext cx="591666" cy="992418"/>
              <a:chOff x="4679579" y="3238021"/>
              <a:chExt cx="591666" cy="992418"/>
            </a:xfrm>
            <a:grpFill/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541CB44-4A6F-ADA7-E246-4E6AD7A876C8}"/>
                  </a:ext>
                </a:extLst>
              </p:cNvPr>
              <p:cNvSpPr/>
              <p:nvPr/>
            </p:nvSpPr>
            <p:spPr>
              <a:xfrm>
                <a:off x="4679579" y="3438397"/>
                <a:ext cx="591666" cy="591666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8AAA027D-90BD-FD5D-10AA-F5AF8CD26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412" y="3238021"/>
                <a:ext cx="0" cy="992418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FF64406-042F-1321-D8C2-22DB69FC9F0B}"/>
                </a:ext>
              </a:extLst>
            </p:cNvPr>
            <p:cNvGrpSpPr/>
            <p:nvPr/>
          </p:nvGrpSpPr>
          <p:grpSpPr>
            <a:xfrm>
              <a:off x="5815374" y="1826408"/>
              <a:ext cx="277556" cy="1246365"/>
              <a:chOff x="5634493" y="1826408"/>
              <a:chExt cx="277556" cy="1246365"/>
            </a:xfrm>
            <a:grpFill/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818C88F-9B31-4676-AFA0-717B4E43B013}"/>
                  </a:ext>
                </a:extLst>
              </p:cNvPr>
              <p:cNvSpPr/>
              <p:nvPr/>
            </p:nvSpPr>
            <p:spPr>
              <a:xfrm>
                <a:off x="5634493" y="2310812"/>
                <a:ext cx="277556" cy="277556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2CC18B9-3A9B-FA4E-AF4F-A71393F3A1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73271" y="1826408"/>
                <a:ext cx="0" cy="1246365"/>
              </a:xfrm>
              <a:prstGeom prst="lin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5012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D863-6B37-409F-EA6F-A10AC89F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istor - Free electronics icons">
            <a:extLst>
              <a:ext uri="{FF2B5EF4-FFF2-40B4-BE49-F238E27FC236}">
                <a16:creationId xmlns:a16="http://schemas.microsoft.com/office/drawing/2014/main" id="{99A687B7-983F-8A26-1A8E-B51A65011F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712" b="21712"/>
          <a:stretch>
            <a:fillRect/>
          </a:stretch>
        </p:blipFill>
        <p:spPr bwMode="auto">
          <a:xfrm>
            <a:off x="1246094" y="1413282"/>
            <a:ext cx="5127812" cy="290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72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1346-B1B0-4094-5BDD-D2A9AF142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9B21824-C4AB-EA76-E51B-9C5C3A6541CA}"/>
              </a:ext>
            </a:extLst>
          </p:cNvPr>
          <p:cNvGrpSpPr/>
          <p:nvPr/>
        </p:nvGrpSpPr>
        <p:grpSpPr>
          <a:xfrm>
            <a:off x="1384075" y="2139232"/>
            <a:ext cx="4853438" cy="1449236"/>
            <a:chOff x="1556327" y="2008123"/>
            <a:chExt cx="4853438" cy="1449236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90627957-6F21-81B0-7086-7A218FD243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6327" y="3448396"/>
              <a:ext cx="4853438" cy="0"/>
            </a:xfrm>
            <a:prstGeom prst="line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84CA520-B9CF-C5E7-B6E7-A1B6E511E286}"/>
                </a:ext>
              </a:extLst>
            </p:cNvPr>
            <p:cNvGrpSpPr/>
            <p:nvPr/>
          </p:nvGrpSpPr>
          <p:grpSpPr>
            <a:xfrm>
              <a:off x="1869936" y="2008123"/>
              <a:ext cx="4226220" cy="1449236"/>
              <a:chOff x="2350213" y="2464829"/>
              <a:chExt cx="2975930" cy="98356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214D5EF-061F-67A9-E8F5-1B818885CCDB}"/>
                  </a:ext>
                </a:extLst>
              </p:cNvPr>
              <p:cNvGrpSpPr/>
              <p:nvPr/>
            </p:nvGrpSpPr>
            <p:grpSpPr>
              <a:xfrm>
                <a:off x="2350213" y="2464829"/>
                <a:ext cx="1869301" cy="947244"/>
                <a:chOff x="2350213" y="2464829"/>
                <a:chExt cx="1869301" cy="947244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B4638781-6F1F-66FD-7BA7-8E660FA6A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0213" y="2464830"/>
                  <a:ext cx="1152122" cy="947243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43255E2-7009-6878-7E53-3221940B2D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8803" y="2464829"/>
                  <a:ext cx="1152122" cy="947243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3F4A9C0-E71E-25D9-A161-A6632E06D7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67392" y="2464830"/>
                  <a:ext cx="1152122" cy="947243"/>
                </a:xfrm>
                <a:prstGeom prst="line">
                  <a:avLst/>
                </a:prstGeom>
                <a:solidFill>
                  <a:schemeClr val="bg1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3C92946-7613-5A70-FBED-0BD19A8CD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56844" y="2501153"/>
                <a:ext cx="1152122" cy="947243"/>
              </a:xfrm>
              <a:prstGeom prst="lin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E7737B4-0131-5679-6AD9-A0B0DEC2AF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15433" y="2501153"/>
                <a:ext cx="1152122" cy="947243"/>
              </a:xfrm>
              <a:prstGeom prst="lin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3D5CD61-EF12-2B25-28D3-4B43EF0D56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74021" y="2501153"/>
                <a:ext cx="1152122" cy="947243"/>
              </a:xfrm>
              <a:prstGeom prst="line">
                <a:avLst/>
              </a:prstGeom>
              <a:solidFill>
                <a:schemeClr val="bg1"/>
              </a:solidFill>
              <a:ln w="57150">
                <a:solidFill>
                  <a:schemeClr val="bg1"/>
                </a:solidFill>
                <a:headEnd type="triangl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7996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137</Words>
  <Application>Microsoft Macintosh PowerPoint</Application>
  <PresentationFormat>Custom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 Carlo Belinario</dc:creator>
  <cp:lastModifiedBy>Gene Carlo Belinario</cp:lastModifiedBy>
  <cp:revision>4</cp:revision>
  <dcterms:created xsi:type="dcterms:W3CDTF">2025-11-10T17:34:48Z</dcterms:created>
  <dcterms:modified xsi:type="dcterms:W3CDTF">2025-11-12T15:23:11Z</dcterms:modified>
</cp:coreProperties>
</file>